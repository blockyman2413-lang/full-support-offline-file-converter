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E4BE-9909-33A9-EF24-EF72544C3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C69C19-295B-2DE2-E169-8AB7505D1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B5EEA-133A-76F7-C9E8-1467A6497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E9F5-5610-4C2C-A372-A25F4B64663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A6BF8-CB55-205A-35A2-E6CE7273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A7D9C-E5F0-C641-F771-44AE0B0D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0E87-40B6-49B2-84BD-A9B5D7796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0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05FBB-9E70-84CD-6E73-5DB9F169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8667-392A-B0A7-8C73-A41492764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B540-0607-0BFE-F73E-3ED891C76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E9F5-5610-4C2C-A372-A25F4B64663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26857-B301-8B21-4387-8D34E71E2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2EEC5-CF30-33D7-088B-4C930996B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0E87-40B6-49B2-84BD-A9B5D7796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47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3E8E-6EE4-FAD9-D089-451C9ADD1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50415-45C9-190A-2064-A4521D07B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D8C5B-F76E-8485-8DD0-ECC1655D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E9F5-5610-4C2C-A372-A25F4B64663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7AE3D-A471-D34B-9DC5-D8DA3732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2B675-5576-0AAF-97A2-2DA8FF55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0E87-40B6-49B2-84BD-A9B5D7796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6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F0ED6-028F-6611-5A78-625C93C91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BB4A1-C61C-453E-5FD4-3E65E4CDF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F89F5-B0A3-99E3-ACD8-9F4ED4747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39348-7890-E645-D5DC-FE611F042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E9F5-5610-4C2C-A372-A25F4B64663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8D433-1352-2819-0DC8-C3724557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3A9D0-4D5D-EBC4-193C-ED5C4BA2F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0E87-40B6-49B2-84BD-A9B5D7796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77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E0A4E-C0F8-E422-B56C-E89247493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93199-CA11-27E7-23C8-77687AE7E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DC0A7-CFBE-9E0B-1E2B-97EE01606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424CE-9998-AD56-2C08-B964C1F33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6DAB2-9C30-3DA0-785F-AA2CBA656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4E27AD-0AC3-5FA4-5957-257338317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E9F5-5610-4C2C-A372-A25F4B64663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E94CDC-9015-C5E2-2D88-9F10307F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E054E3-8EDF-BCB8-7BE0-E5F2C4032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0E87-40B6-49B2-84BD-A9B5D7796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7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A47E-277C-EFAD-D533-9543552B0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22F21-652C-F914-797E-A649CE62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E9F5-5610-4C2C-A372-A25F4B64663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FBB1F-22C6-7DD6-E8FE-1B4C6224F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E39C80-938F-214D-47EB-36A8D3A6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0E87-40B6-49B2-84BD-A9B5D7796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34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438BF-06B9-7578-F4B0-29B3C2E6E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E9F5-5610-4C2C-A372-A25F4B64663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40897-348F-8562-AFC7-999CF72C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3C159-0C45-AA06-FEC5-36F1AE39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0E87-40B6-49B2-84BD-A9B5D7796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13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7804-1666-7A1D-F145-27970B146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C5CB2-693D-CD4D-6808-7971E5D16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FE427-E613-51C9-8C7B-B2438906C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A847F-431D-B2AE-3B51-7C96B8DA0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E9F5-5610-4C2C-A372-A25F4B64663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14EFE-7CF6-AA18-1AC0-9C1C652E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74B79-FFB2-845C-E46E-1BD3B770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0E87-40B6-49B2-84BD-A9B5D7796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1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CAC45-E4E4-533E-FE80-BAB006DB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433333-684D-B99E-1E49-9F8C4FE5C46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BB5FE-E48F-5A47-1CF8-045BB65A0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3B4C-8592-AE1B-2F1D-D90F4DC91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E9F5-5610-4C2C-A372-A25F4B64663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B5DC3-3C28-1CF9-65E7-1283358D5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5CB98-3F42-7BD4-1128-53FE23B91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0E87-40B6-49B2-84BD-A9B5D7796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18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0E47-BD35-5FA1-3D03-586A39ABD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AFD9A0-3FE2-C6A3-7FA2-B8CC32B27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3BFC-DC44-D464-8E71-626D21500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E9F5-5610-4C2C-A372-A25F4B64663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2A4E4-115C-132A-ED14-41AF2385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EC993-D3E7-AAAB-B41E-89B36AEC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0E87-40B6-49B2-84BD-A9B5D7796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5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C1A89A-E3A6-1611-783A-6AAB197DC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FD2B0-DECE-B76E-E22F-736BED9A9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5FC03-41A3-41C9-B1DE-9FBC0DE3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E9F5-5610-4C2C-A372-A25F4B64663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037D3-BB7E-63BF-D67A-A5F092D83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6D43-099A-1BEF-E78F-90FD860C0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0E87-40B6-49B2-84BD-A9B5D7796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7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FB0453-68D0-BB15-2270-A51C8B0B1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D3D06-C687-5612-FA36-CADE55290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B34AE-AAF1-9D4E-B42B-EFCE40A22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0E9F5-5610-4C2C-A372-A25F4B64663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18E96-1D3D-BD9F-CC31-758252AE3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E547E-9CA5-019B-5DC6-BF6D7D5F7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50E87-40B6-49B2-84BD-A9B5D7796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9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989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Rian</dc:creator>
  <cp:lastModifiedBy>Rian</cp:lastModifiedBy>
  <cp:revision>1</cp:revision>
  <dcterms:created xsi:type="dcterms:W3CDTF">2026-10-29T05:21:02Z</dcterms:created>
  <dcterms:modified xsi:type="dcterms:W3CDTF">2026-10-29T05:21:02Z</dcterms:modified>
</cp:coreProperties>
</file>